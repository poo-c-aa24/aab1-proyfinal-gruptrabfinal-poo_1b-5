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0170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02266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8649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132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943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1696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769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5320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48692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7488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69436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2084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12740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84562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06822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72578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61460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A7D73-B987-44C4-A6CE-E4FB40EACA0A}" type="datetimeFigureOut">
              <a:rPr lang="es-EC" smtClean="0"/>
              <a:t>29/7/2024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E1EDD-ABC1-4289-AB62-943DF3455C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944232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CACAA-58D7-4E00-B07B-277D61DC4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C" dirty="0"/>
              <a:t>Presentación del Proyecto Final de POO</a:t>
            </a:r>
            <a:br>
              <a:rPr lang="es-EC" dirty="0"/>
            </a:br>
            <a:r>
              <a:rPr lang="es-EC" dirty="0"/>
              <a:t>Gestión de Buses UTPL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BF4D5-EC0F-4412-BF6E-4FFAF034A2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 dirty="0"/>
              <a:t>Josué Pardo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31928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704EE-256C-469F-B111-092B626A7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Planteamiento de Problemática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58F7C2-AAC6-40E3-AADE-F92396BF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/>
              <a:t>Al momento de usar las distintas rutas de los buses que nos ofrece la universidad, presentamos una afluencia bastante alta de usuarios en esta, por lo que al momento de llegar a una parada nosotros nos podemos encontrar casos en donde está completamente llena y los buses a su máxima capacidad. </a:t>
            </a:r>
          </a:p>
          <a:p>
            <a:r>
              <a:rPr lang="es-EC" dirty="0"/>
              <a:t>El modelo de solución que presento, genera una respuesta directa a las rutas donde su flujo de usuarios es mayor al estimulado</a:t>
            </a:r>
          </a:p>
        </p:txBody>
      </p:sp>
    </p:spTree>
    <p:extLst>
      <p:ext uri="{BB962C8B-B14F-4D97-AF65-F5344CB8AC3E}">
        <p14:creationId xmlns:p14="http://schemas.microsoft.com/office/powerpoint/2010/main" val="65345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0344A55-C4E9-4D84-B26F-9671236EA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864"/>
            <a:ext cx="12192000" cy="366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17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1FC890B-21C6-45A7-99E3-38A74392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07" y="115443"/>
            <a:ext cx="10355120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147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580B877-839C-4C13-A27D-C8D4431E0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58" y="0"/>
            <a:ext cx="9859751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55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F659802-780C-42A0-9719-AA04AC04D5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233" b="5890"/>
          <a:stretch/>
        </p:blipFill>
        <p:spPr>
          <a:xfrm>
            <a:off x="1682654" y="117767"/>
            <a:ext cx="8070945" cy="662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78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4E5AA7A-CDB0-45FE-9F99-EB0E7B276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85"/>
            <a:ext cx="12192000" cy="677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61830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45</TotalTime>
  <Words>93</Words>
  <Application>Microsoft Office PowerPoint</Application>
  <PresentationFormat>Panorámica</PresentationFormat>
  <Paragraphs>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Estela de condensación</vt:lpstr>
      <vt:lpstr>Presentación del Proyecto Final de POO Gestión de Buses UTPL</vt:lpstr>
      <vt:lpstr>Planteamiento de Problemática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Proyecto Final de POO Gestión de Buses UTPL</dc:title>
  <dc:creator>josue pardo</dc:creator>
  <cp:lastModifiedBy>josue pardo</cp:lastModifiedBy>
  <cp:revision>5</cp:revision>
  <dcterms:created xsi:type="dcterms:W3CDTF">2024-07-29T15:28:14Z</dcterms:created>
  <dcterms:modified xsi:type="dcterms:W3CDTF">2024-07-29T19:20:00Z</dcterms:modified>
</cp:coreProperties>
</file>