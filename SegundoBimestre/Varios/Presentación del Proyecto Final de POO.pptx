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F1A7D73-B987-44C4-A6CE-E4FB40EACA0A}" type="datetimeFigureOut">
              <a:rPr lang="es-EC" smtClean="0"/>
              <a:t>29/7/2024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187E1EDD-ABC1-4289-AB62-943DF3455C4F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101709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A7D73-B987-44C4-A6CE-E4FB40EACA0A}" type="datetimeFigureOut">
              <a:rPr lang="es-EC" smtClean="0"/>
              <a:t>29/7/2024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1EDD-ABC1-4289-AB62-943DF3455C4F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2022667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F1A7D73-B987-44C4-A6CE-E4FB40EACA0A}" type="datetimeFigureOut">
              <a:rPr lang="es-EC" smtClean="0"/>
              <a:t>29/7/2024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87E1EDD-ABC1-4289-AB62-943DF3455C4F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8649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A7D73-B987-44C4-A6CE-E4FB40EACA0A}" type="datetimeFigureOut">
              <a:rPr lang="es-EC" smtClean="0"/>
              <a:t>29/7/2024</a:t>
            </a:fld>
            <a:endParaRPr lang="es-EC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1EDD-ABC1-4289-AB62-943DF3455C4F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3113265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A7D73-B987-44C4-A6CE-E4FB40EACA0A}" type="datetimeFigureOut">
              <a:rPr lang="es-EC" smtClean="0"/>
              <a:t>29/7/2024</a:t>
            </a:fld>
            <a:endParaRPr lang="es-EC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1EDD-ABC1-4289-AB62-943DF3455C4F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289430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A7D73-B987-44C4-A6CE-E4FB40EACA0A}" type="datetimeFigureOut">
              <a:rPr lang="es-EC" smtClean="0"/>
              <a:t>29/7/2024</a:t>
            </a:fld>
            <a:endParaRPr lang="es-EC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1EDD-ABC1-4289-AB62-943DF3455C4F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169626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A7D73-B987-44C4-A6CE-E4FB40EACA0A}" type="datetimeFigureOut">
              <a:rPr lang="es-EC" smtClean="0"/>
              <a:t>29/7/2024</a:t>
            </a:fld>
            <a:endParaRPr lang="es-EC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1EDD-ABC1-4289-AB62-943DF3455C4F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076912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A7D73-B987-44C4-A6CE-E4FB40EACA0A}" type="datetimeFigureOut">
              <a:rPr lang="es-EC" smtClean="0"/>
              <a:t>29/7/2024</a:t>
            </a:fld>
            <a:endParaRPr lang="es-EC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1EDD-ABC1-4289-AB62-943DF3455C4F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453200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A7D73-B987-44C4-A6CE-E4FB40EACA0A}" type="datetimeFigureOut">
              <a:rPr lang="es-EC" smtClean="0"/>
              <a:t>29/7/2024</a:t>
            </a:fld>
            <a:endParaRPr lang="es-EC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1EDD-ABC1-4289-AB62-943DF3455C4F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548692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A7D73-B987-44C4-A6CE-E4FB40EACA0A}" type="datetimeFigureOut">
              <a:rPr lang="es-EC" smtClean="0"/>
              <a:t>29/7/2024</a:t>
            </a:fld>
            <a:endParaRPr lang="es-EC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1EDD-ABC1-4289-AB62-943DF3455C4F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774886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F1A7D73-B987-44C4-A6CE-E4FB40EACA0A}" type="datetimeFigureOut">
              <a:rPr lang="es-EC" smtClean="0"/>
              <a:t>29/7/2024</a:t>
            </a:fld>
            <a:endParaRPr lang="es-EC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s-EC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87E1EDD-ABC1-4289-AB62-943DF3455C4F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669436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F1A7D73-B987-44C4-A6CE-E4FB40EACA0A}" type="datetimeFigureOut">
              <a:rPr lang="es-EC" smtClean="0"/>
              <a:t>29/7/2024</a:t>
            </a:fld>
            <a:endParaRPr lang="es-EC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s-EC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87E1EDD-ABC1-4289-AB62-943DF3455C4F}" type="slidenum">
              <a:rPr lang="es-EC" smtClean="0"/>
              <a:t>‹Nº›</a:t>
            </a:fld>
            <a:endParaRPr lang="es-EC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0208429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F1A7D73-B987-44C4-A6CE-E4FB40EACA0A}" type="datetimeFigureOut">
              <a:rPr lang="es-EC" smtClean="0"/>
              <a:t>29/7/2024</a:t>
            </a:fld>
            <a:endParaRPr lang="es-EC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s-EC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87E1EDD-ABC1-4289-AB62-943DF3455C4F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7127409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A7D73-B987-44C4-A6CE-E4FB40EACA0A}" type="datetimeFigureOut">
              <a:rPr lang="es-EC" smtClean="0"/>
              <a:t>29/7/2024</a:t>
            </a:fld>
            <a:endParaRPr lang="es-EC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1EDD-ABC1-4289-AB62-943DF3455C4F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6845622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A7D73-B987-44C4-A6CE-E4FB40EACA0A}" type="datetimeFigureOut">
              <a:rPr lang="es-EC" smtClean="0"/>
              <a:t>29/7/2024</a:t>
            </a:fld>
            <a:endParaRPr lang="es-EC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1EDD-ABC1-4289-AB62-943DF3455C4F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1068229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A7D73-B987-44C4-A6CE-E4FB40EACA0A}" type="datetimeFigureOut">
              <a:rPr lang="es-EC" smtClean="0"/>
              <a:t>29/7/2024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E1EDD-ABC1-4289-AB62-943DF3455C4F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725782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F1A7D73-B987-44C4-A6CE-E4FB40EACA0A}" type="datetimeFigureOut">
              <a:rPr lang="es-EC" smtClean="0"/>
              <a:t>29/7/2024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87E1EDD-ABC1-4289-AB62-943DF3455C4F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614601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1A7D73-B987-44C4-A6CE-E4FB40EACA0A}" type="datetimeFigureOut">
              <a:rPr lang="es-EC" smtClean="0"/>
              <a:t>29/7/2024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7E1EDD-ABC1-4289-AB62-943DF3455C4F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9442329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1CACAA-58D7-4E00-B07B-277D61DC4E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s-EC" dirty="0"/>
              <a:t>Presentación del Proyecto Final de POO</a:t>
            </a:r>
            <a:br>
              <a:rPr lang="es-EC" dirty="0"/>
            </a:br>
            <a:r>
              <a:rPr lang="es-EC" dirty="0"/>
              <a:t>Gestión de Buses UTPL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84BF4D5-EC0F-4412-BF6E-4FFAF034A2B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EC" dirty="0"/>
              <a:t>Josué Pardo</a:t>
            </a:r>
          </a:p>
          <a:p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2319289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3704EE-256C-469F-B111-092B626A7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C" dirty="0"/>
              <a:t>Planteamiento de Problemática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358F7C2-AAC6-40E3-AADE-F92396BFCE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C" dirty="0"/>
              <a:t>Al momento de usar las distintas rutas de los buses que nos ofrece la universidad, presentamos una afluencia bastante alta de usuarios en esta, por lo que al momento de llegar a una parada nosotros nos podemos encontrar casos en donde está completamente llena y los buses a su máxima capacidad. </a:t>
            </a:r>
          </a:p>
          <a:p>
            <a:r>
              <a:rPr lang="es-EC" dirty="0"/>
              <a:t>El modelo de solución que presento, genera una respuesta directa a las rutas donde su flujo de usuarios es mayor al estimulado</a:t>
            </a:r>
          </a:p>
        </p:txBody>
      </p:sp>
    </p:spTree>
    <p:extLst>
      <p:ext uri="{BB962C8B-B14F-4D97-AF65-F5344CB8AC3E}">
        <p14:creationId xmlns:p14="http://schemas.microsoft.com/office/powerpoint/2010/main" val="6534598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C1FC890B-21C6-45A7-99E3-38A743929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307" y="115443"/>
            <a:ext cx="10355120" cy="6373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1470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D580B877-839C-4C13-A27D-C8D4431E03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058" y="0"/>
            <a:ext cx="9859751" cy="6658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25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4F659802-780C-42A0-9719-AA04AC04D5A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0233" b="5890"/>
          <a:stretch/>
        </p:blipFill>
        <p:spPr>
          <a:xfrm>
            <a:off x="1682654" y="117767"/>
            <a:ext cx="8070945" cy="6622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078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A4E5AA7A-CDB0-45FE-9F99-EB0E7B2766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1885"/>
            <a:ext cx="12192000" cy="6774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261830"/>
      </p:ext>
    </p:extLst>
  </p:cSld>
  <p:clrMapOvr>
    <a:masterClrMapping/>
  </p:clrMapOvr>
</p:sld>
</file>

<file path=ppt/theme/theme1.xml><?xml version="1.0" encoding="utf-8"?>
<a:theme xmlns:a="http://schemas.openxmlformats.org/drawingml/2006/main" name="Estela de condensación">
  <a:themeElements>
    <a:clrScheme name="Estela de condensación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Estela de condensación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tela de condensación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TM04033937[[fn=Estela de condensación]]</Template>
  <TotalTime>19</TotalTime>
  <Words>93</Words>
  <Application>Microsoft Office PowerPoint</Application>
  <PresentationFormat>Panorámica</PresentationFormat>
  <Paragraphs>5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9" baseType="lpstr">
      <vt:lpstr>Arial</vt:lpstr>
      <vt:lpstr>Century Gothic</vt:lpstr>
      <vt:lpstr>Estela de condensación</vt:lpstr>
      <vt:lpstr>Presentación del Proyecto Final de POO Gestión de Buses UTPL</vt:lpstr>
      <vt:lpstr>Planteamiento de Problemática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del Proyecto Final de POO Gestión de Buses UTPL</dc:title>
  <dc:creator>josue pardo</dc:creator>
  <cp:lastModifiedBy>josue pardo</cp:lastModifiedBy>
  <cp:revision>2</cp:revision>
  <dcterms:created xsi:type="dcterms:W3CDTF">2024-07-29T15:28:14Z</dcterms:created>
  <dcterms:modified xsi:type="dcterms:W3CDTF">2024-07-29T15:47:24Z</dcterms:modified>
</cp:coreProperties>
</file>